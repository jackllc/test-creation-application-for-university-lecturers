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0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Wednesday, 3 June 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Wednesday, 3 June 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D019-A32C-4EAD-B8E6-DBDA699692FD}" type="datetime2">
              <a:rPr lang="en-US" smtClean="0"/>
              <a:t>Wednesday, 3 June 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Wednesday, 3 June 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Wednesday, 3 June 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Wednesday, 3 June 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Wednesday, 3 June 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Wednesday, 3 June 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Wednesday, 3 June 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Wednesday, 3 June 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Wednesday, 3 June 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Wednesday, 3 June 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Quizmaster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3505200"/>
            <a:ext cx="7621467" cy="1752600"/>
          </a:xfrm>
        </p:spPr>
        <p:txBody>
          <a:bodyPr/>
          <a:lstStyle/>
          <a:p>
            <a:r>
              <a:rPr lang="en-US" dirty="0" smtClean="0"/>
              <a:t>A multiple choice question and answer web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3915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Need for the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Functional application for use by lecturers and students</a:t>
            </a:r>
          </a:p>
          <a:p>
            <a:r>
              <a:rPr lang="en-US" dirty="0" smtClean="0"/>
              <a:t>To replace redundant paper based class tests</a:t>
            </a:r>
          </a:p>
          <a:p>
            <a:r>
              <a:rPr lang="en-US" dirty="0" smtClean="0"/>
              <a:t>To greatly improve upon existing systems in the market</a:t>
            </a:r>
          </a:p>
          <a:p>
            <a:r>
              <a:rPr lang="en-US" dirty="0" smtClean="0"/>
              <a:t>Lecturers to have advanced control over their quizzes and questions</a:t>
            </a:r>
          </a:p>
          <a:p>
            <a:r>
              <a:rPr lang="en-US" dirty="0" smtClean="0"/>
              <a:t>Lecturers to gain meaningful analytical data from completed tests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9080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Technical </a:t>
            </a:r>
            <a:r>
              <a:rPr lang="en-US" dirty="0" err="1" smtClean="0"/>
              <a:t>Acheivements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of external API’s</a:t>
            </a:r>
          </a:p>
          <a:p>
            <a:r>
              <a:rPr lang="en-US" dirty="0" smtClean="0"/>
              <a:t>Implementation and integration of a number of technologies (PHP, JavaScript, AJAX)</a:t>
            </a:r>
          </a:p>
          <a:p>
            <a:r>
              <a:rPr lang="en-US" dirty="0" smtClean="0"/>
              <a:t>Allow lecturers to have a great level of control over their quizzes, both creation and upon later editing</a:t>
            </a:r>
          </a:p>
          <a:p>
            <a:r>
              <a:rPr lang="en-US" dirty="0" smtClean="0"/>
              <a:t>Allow students to sit class tests they have been set by their lecturer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3942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will use the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Universities/Schools would buy a license to use the application</a:t>
            </a:r>
          </a:p>
          <a:p>
            <a:r>
              <a:rPr lang="en-US" dirty="0" smtClean="0"/>
              <a:t>The teaching institutions database of students and lecturers would be integrated to the system</a:t>
            </a:r>
          </a:p>
          <a:p>
            <a:r>
              <a:rPr lang="en-US" dirty="0" smtClean="0"/>
              <a:t>System could be adopted by recruiters to screen job candidates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5719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be included in future releases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Question type that allows for multiple correct answers</a:t>
            </a:r>
          </a:p>
          <a:p>
            <a:r>
              <a:rPr lang="en-US" dirty="0" smtClean="0"/>
              <a:t>A time machine type backup of past quizzes</a:t>
            </a:r>
          </a:p>
          <a:p>
            <a:r>
              <a:rPr lang="en-US" dirty="0" smtClean="0"/>
              <a:t>Greater form validation on all aspects of user input</a:t>
            </a:r>
          </a:p>
          <a:p>
            <a:r>
              <a:rPr lang="en-US" dirty="0" smtClean="0"/>
              <a:t>Use of Anti-XSS techniques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4481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 would do differently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Greater use of external API’s (perhaps to make the application more social between users)</a:t>
            </a:r>
          </a:p>
          <a:p>
            <a:r>
              <a:rPr lang="en-US" dirty="0" smtClean="0"/>
              <a:t>To look into the use of PHP Frameworks for the system such as </a:t>
            </a:r>
            <a:r>
              <a:rPr lang="en-US" dirty="0" err="1" smtClean="0"/>
              <a:t>CakePHP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7702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 for listening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017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20</TotalTime>
  <Words>225</Words>
  <Application>Microsoft Macintosh PowerPoint</Application>
  <PresentationFormat>On-screen Show (4:3)</PresentationFormat>
  <Paragraphs>26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Clarity</vt:lpstr>
      <vt:lpstr>Quizmaster</vt:lpstr>
      <vt:lpstr>Need for the system</vt:lpstr>
      <vt:lpstr>Technical Acheivements</vt:lpstr>
      <vt:lpstr>Who will use the system</vt:lpstr>
      <vt:lpstr>To be included in future releases</vt:lpstr>
      <vt:lpstr>What I would do differently</vt:lpstr>
      <vt:lpstr>Thank you for listening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Quizmaster</dc:title>
  <dc:creator>Jack</dc:creator>
  <cp:lastModifiedBy>Jack</cp:lastModifiedBy>
  <cp:revision>5</cp:revision>
  <dcterms:created xsi:type="dcterms:W3CDTF">2015-06-01T21:27:01Z</dcterms:created>
  <dcterms:modified xsi:type="dcterms:W3CDTF">2015-06-03T08:16:52Z</dcterms:modified>
</cp:coreProperties>
</file>